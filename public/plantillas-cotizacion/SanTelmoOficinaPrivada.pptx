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58" r:id="rId4"/>
    <p:sldId id="263" r:id="rId5"/>
    <p:sldId id="264" r:id="rId6"/>
    <p:sldId id="260" r:id="rId7"/>
  </p:sldIdLst>
  <p:sldSz cx="7772400" cy="100584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pton Bold" panose="020B0604020202020204" charset="0"/>
      <p:regular r:id="rId12"/>
      <p:bold r:id="rId13"/>
    </p:embeddedFont>
    <p:embeddedFont>
      <p:font typeface="Campton Light" panose="020B0004020102020203" pitchFamily="34" charset="0"/>
      <p:regular r:id="rId14"/>
    </p:embeddedFont>
    <p:embeddedFont>
      <p:font typeface="Campton Medium" panose="020B0004020102020203" pitchFamily="34" charset="0"/>
      <p:regular r:id="rId15"/>
    </p:embeddedFont>
    <p:embeddedFont>
      <p:font typeface="Campton Semi-Bold" panose="020B0604020202020204" charset="0"/>
      <p:regular r:id="rId16"/>
      <p:bold r:id="rId17"/>
      <p:italic r:id="rId18"/>
      <p:boldItalic r:id="rId19"/>
    </p:embeddedFont>
    <p:embeddedFont>
      <p:font typeface="Montserrat Bold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752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772400" cy="10058400"/>
          </a:xfrm>
          <a:custGeom>
            <a:avLst/>
            <a:gdLst/>
            <a:ahLst/>
            <a:cxnLst/>
            <a:rect l="l" t="t" r="r" b="b"/>
            <a:pathLst>
              <a:path w="7772400" h="10058400">
                <a:moveTo>
                  <a:pt x="0" y="0"/>
                </a:moveTo>
                <a:lnTo>
                  <a:pt x="7772400" y="0"/>
                </a:lnTo>
                <a:lnTo>
                  <a:pt x="7772400" y="10058400"/>
                </a:lnTo>
                <a:lnTo>
                  <a:pt x="0" y="1005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" y="0"/>
            <a:ext cx="7772401" cy="10058400"/>
            <a:chOff x="0" y="0"/>
            <a:chExt cx="4764899" cy="5929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4899" cy="5929933"/>
            </a:xfrm>
            <a:custGeom>
              <a:avLst/>
              <a:gdLst/>
              <a:ahLst/>
              <a:cxnLst/>
              <a:rect l="l" t="t" r="r" b="b"/>
              <a:pathLst>
                <a:path w="4764899" h="5929933">
                  <a:moveTo>
                    <a:pt x="0" y="0"/>
                  </a:moveTo>
                  <a:lnTo>
                    <a:pt x="4764899" y="0"/>
                  </a:lnTo>
                  <a:lnTo>
                    <a:pt x="4764899" y="5929933"/>
                  </a:lnTo>
                  <a:lnTo>
                    <a:pt x="0" y="5929933"/>
                  </a:lnTo>
                  <a:close/>
                </a:path>
              </a:pathLst>
            </a:custGeom>
            <a:solidFill>
              <a:srgbClr val="081C4B">
                <a:alpha val="8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4899" cy="5968033"/>
            </a:xfrm>
            <a:prstGeom prst="rect">
              <a:avLst/>
            </a:prstGeom>
          </p:spPr>
          <p:txBody>
            <a:bodyPr lIns="20425" tIns="20425" rIns="20425" bIns="20425" rtlCol="0" anchor="ctr"/>
            <a:lstStyle/>
            <a:p>
              <a:pPr algn="ctr">
                <a:lnSpc>
                  <a:spcPts val="13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78031" y="2119751"/>
            <a:ext cx="594369" cy="90923"/>
            <a:chOff x="0" y="0"/>
            <a:chExt cx="792492" cy="121231"/>
          </a:xfrm>
        </p:grpSpPr>
        <p:sp>
          <p:nvSpPr>
            <p:cNvPr id="7" name="AutoShape 7"/>
            <p:cNvSpPr/>
            <p:nvPr/>
          </p:nvSpPr>
          <p:spPr>
            <a:xfrm flipH="1" flipV="1">
              <a:off x="84045" y="60615"/>
              <a:ext cx="708447" cy="0"/>
            </a:xfrm>
            <a:prstGeom prst="line">
              <a:avLst/>
            </a:prstGeom>
            <a:ln w="25400" cap="flat">
              <a:solidFill>
                <a:srgbClr val="FF925C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8"/>
            <p:cNvGrpSpPr/>
            <p:nvPr/>
          </p:nvGrpSpPr>
          <p:grpSpPr>
            <a:xfrm rot="-10800000">
              <a:off x="0" y="0"/>
              <a:ext cx="121231" cy="12123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25C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38536" tIns="38536" rIns="38536" bIns="38536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4896827" y="777240"/>
            <a:ext cx="2187908" cy="735684"/>
          </a:xfrm>
          <a:custGeom>
            <a:avLst/>
            <a:gdLst/>
            <a:ahLst/>
            <a:cxnLst/>
            <a:rect l="l" t="t" r="r" b="b"/>
            <a:pathLst>
              <a:path w="2187908" h="735684">
                <a:moveTo>
                  <a:pt x="0" y="0"/>
                </a:moveTo>
                <a:lnTo>
                  <a:pt x="2187908" y="0"/>
                </a:lnTo>
                <a:lnTo>
                  <a:pt x="2187908" y="735684"/>
                </a:lnTo>
                <a:lnTo>
                  <a:pt x="0" y="73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85668" y="1959290"/>
            <a:ext cx="2299067" cy="50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3337" b="1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San Telmo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0459" y="7561401"/>
            <a:ext cx="4506368" cy="108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586" b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Espacios </a:t>
            </a:r>
          </a:p>
          <a:p>
            <a:pPr algn="l">
              <a:lnSpc>
                <a:spcPts val="2767"/>
              </a:lnSpc>
            </a:pPr>
            <a:r>
              <a:rPr lang="en-US" sz="2586" b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que impulsan </a:t>
            </a:r>
          </a:p>
          <a:p>
            <a:pPr algn="l">
              <a:lnSpc>
                <a:spcPts val="2767"/>
              </a:lnSpc>
            </a:pPr>
            <a:r>
              <a:rPr lang="en-US" sz="2586" b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tu operación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0459" y="8701320"/>
            <a:ext cx="3152939" cy="47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1" b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Coworking y oficinas para </a:t>
            </a:r>
          </a:p>
          <a:p>
            <a:pPr marL="0" lvl="0" indent="0" algn="l">
              <a:lnSpc>
                <a:spcPts val="1850"/>
              </a:lnSpc>
              <a:spcBef>
                <a:spcPct val="0"/>
              </a:spcBef>
            </a:pPr>
            <a:r>
              <a:rPr lang="en-US" sz="1321" b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escalar con estrategia.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4996" y="2579766"/>
            <a:ext cx="2080164" cy="66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00"/>
              </a:lnSpc>
              <a:spcBef>
                <a:spcPct val="0"/>
              </a:spcBef>
            </a:pP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Prolongación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 </a:t>
            </a: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Gral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. Ignacio Zaragoza #4200 </a:t>
            </a: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edificio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 1A, primer </a:t>
            </a: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piso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, </a:t>
            </a: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Trojes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 de Alonso, 20115 Aguascalientes, </a:t>
            </a:r>
            <a:r>
              <a:rPr lang="en-US" sz="928" dirty="0" err="1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Ags</a:t>
            </a:r>
            <a:r>
              <a:rPr lang="en-US" sz="928" dirty="0">
                <a:solidFill>
                  <a:srgbClr val="FFFFFF"/>
                </a:solidFill>
                <a:latin typeface="Campton Light"/>
                <a:ea typeface="Campton Light"/>
                <a:cs typeface="Campton Light"/>
                <a:sym typeface="Campton Light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2FB587-99AF-4666-8A80-0C783A37C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" y="4775"/>
            <a:ext cx="7762736" cy="100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44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45510" y="381000"/>
            <a:ext cx="568138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7"/>
              </a:lnSpc>
            </a:pPr>
            <a:r>
              <a:rPr lang="en-US" sz="2194" b="1" dirty="0">
                <a:solidFill>
                  <a:srgbClr val="FF92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Layout</a:t>
            </a:r>
            <a:r>
              <a:rPr lang="en-US" sz="2194" b="1" dirty="0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194" b="1" dirty="0" err="1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centro</a:t>
            </a:r>
            <a:r>
              <a:rPr lang="en-US" sz="2194" b="1" dirty="0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2194" b="1" dirty="0" err="1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negocios</a:t>
            </a:r>
            <a:endParaRPr lang="en-US" sz="2194" b="1" dirty="0">
              <a:solidFill>
                <a:srgbClr val="081C4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B90B2F-D026-415D-89B4-8AD830CC79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7772400" cy="8285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079BEE6-3742-4F94-BE78-811E0DFC84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6" b="13386"/>
          <a:stretch/>
        </p:blipFill>
        <p:spPr>
          <a:xfrm>
            <a:off x="0" y="7699292"/>
            <a:ext cx="7772400" cy="220670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8A598-7B11-4A24-9AF2-200AE6818CBC}"/>
              </a:ext>
            </a:extLst>
          </p:cNvPr>
          <p:cNvSpPr/>
          <p:nvPr/>
        </p:nvSpPr>
        <p:spPr>
          <a:xfrm>
            <a:off x="152400" y="2234542"/>
            <a:ext cx="7467600" cy="5385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2944" y="476533"/>
            <a:ext cx="1943015" cy="653339"/>
          </a:xfrm>
          <a:custGeom>
            <a:avLst/>
            <a:gdLst/>
            <a:ahLst/>
            <a:cxnLst/>
            <a:rect l="l" t="t" r="r" b="b"/>
            <a:pathLst>
              <a:path w="1943015" h="653339">
                <a:moveTo>
                  <a:pt x="0" y="0"/>
                </a:moveTo>
                <a:lnTo>
                  <a:pt x="1943015" y="0"/>
                </a:lnTo>
                <a:lnTo>
                  <a:pt x="1943015" y="653339"/>
                </a:lnTo>
                <a:lnTo>
                  <a:pt x="0" y="65333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944" y="1434672"/>
            <a:ext cx="7013590" cy="605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2"/>
              </a:lnSpc>
            </a:pP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Estimado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cliente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agradecemos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oportunidad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ofrecerle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servicios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confiando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plenamente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que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somos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opción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ideal para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satisfacer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sus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necesidades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oficinas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equipadas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cualquiera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.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54CF5F8-3209-407E-839D-17E56A093C73}"/>
              </a:ext>
            </a:extLst>
          </p:cNvPr>
          <p:cNvGraphicFramePr>
            <a:graphicFrameLocks noGrp="1"/>
          </p:cNvGraphicFramePr>
          <p:nvPr/>
        </p:nvGraphicFramePr>
        <p:xfrm>
          <a:off x="376859" y="2405740"/>
          <a:ext cx="7013591" cy="2330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1">
                  <a:extLst>
                    <a:ext uri="{9D8B030D-6E8A-4147-A177-3AD203B41FA5}">
                      <a16:colId xmlns:a16="http://schemas.microsoft.com/office/drawing/2014/main" val="133920585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4428504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5300686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951473522"/>
                    </a:ext>
                  </a:extLst>
                </a:gridCol>
                <a:gridCol w="1142050">
                  <a:extLst>
                    <a:ext uri="{9D8B030D-6E8A-4147-A177-3AD203B41FA5}">
                      <a16:colId xmlns:a16="http://schemas.microsoft.com/office/drawing/2014/main" val="649492760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Personas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Horas en sala de juntas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0091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Oficina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36109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275910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252958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8344"/>
                  </a:ext>
                </a:extLst>
              </a:tr>
            </a:tbl>
          </a:graphicData>
        </a:graphic>
      </p:graphicFrame>
      <p:graphicFrame>
        <p:nvGraphicFramePr>
          <p:cNvPr id="14" name="Tabla 20">
            <a:extLst>
              <a:ext uri="{FF2B5EF4-FFF2-40B4-BE49-F238E27FC236}">
                <a16:creationId xmlns:a16="http://schemas.microsoft.com/office/drawing/2014/main" id="{E2E3DAD7-112D-4FA7-A619-926B40BEEFA7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4919104"/>
          <a:ext cx="2285050" cy="86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583085105"/>
                    </a:ext>
                  </a:extLst>
                </a:gridCol>
                <a:gridCol w="1218250">
                  <a:extLst>
                    <a:ext uri="{9D8B030D-6E8A-4147-A177-3AD203B41FA5}">
                      <a16:colId xmlns:a16="http://schemas.microsoft.com/office/drawing/2014/main" val="1089036932"/>
                    </a:ext>
                  </a:extLst>
                </a:gridCol>
              </a:tblGrid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2987"/>
                  </a:ext>
                </a:extLst>
              </a:tr>
              <a:tr h="294895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63062"/>
                  </a:ext>
                </a:extLst>
              </a:tr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09079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D924C138-8785-4E41-86BD-24819E6120AC}"/>
              </a:ext>
            </a:extLst>
          </p:cNvPr>
          <p:cNvSpPr txBox="1"/>
          <p:nvPr/>
        </p:nvSpPr>
        <p:spPr>
          <a:xfrm>
            <a:off x="415866" y="6125196"/>
            <a:ext cx="1402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b="1" dirty="0">
                <a:solidFill>
                  <a:srgbClr val="002060"/>
                </a:solidFill>
                <a:latin typeface="Campton Medium" panose="020B0004020102020203" pitchFamily="34" charset="0"/>
              </a:rPr>
              <a:t>¿Qué incluye?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D78461-9270-43D3-BAF9-A47D6162C6F4}"/>
              </a:ext>
            </a:extLst>
          </p:cNvPr>
          <p:cNvSpPr/>
          <p:nvPr/>
        </p:nvSpPr>
        <p:spPr>
          <a:xfrm>
            <a:off x="458150" y="6568669"/>
            <a:ext cx="417758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Sala de Juntas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Mobiliario ergonómico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Internet de alta velocidad - simétrico 100 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4 líneas de Telefonía entrante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Áreas de colaboración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F44AC9-DD98-4B47-85FB-6FCB504E38AC}"/>
              </a:ext>
            </a:extLst>
          </p:cNvPr>
          <p:cNvSpPr txBox="1"/>
          <p:nvPr/>
        </p:nvSpPr>
        <p:spPr>
          <a:xfrm>
            <a:off x="3923081" y="6568669"/>
            <a:ext cx="33921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luz, agua y mantenimiento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Acceso biométrico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CCTV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Café, agua, y 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limpieza diaria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3A5D0F-DCCC-48AD-A58E-072990FE357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98" y="0"/>
            <a:ext cx="7738203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72400" cy="10058400"/>
            <a:chOff x="0" y="0"/>
            <a:chExt cx="4677958" cy="6053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77958" cy="6053828"/>
            </a:xfrm>
            <a:custGeom>
              <a:avLst/>
              <a:gdLst/>
              <a:ahLst/>
              <a:cxnLst/>
              <a:rect l="l" t="t" r="r" b="b"/>
              <a:pathLst>
                <a:path w="4677958" h="6053828">
                  <a:moveTo>
                    <a:pt x="0" y="0"/>
                  </a:moveTo>
                  <a:lnTo>
                    <a:pt x="4677958" y="0"/>
                  </a:lnTo>
                  <a:lnTo>
                    <a:pt x="4677958" y="6053828"/>
                  </a:lnTo>
                  <a:lnTo>
                    <a:pt x="0" y="6053828"/>
                  </a:lnTo>
                  <a:close/>
                </a:path>
              </a:pathLst>
            </a:custGeom>
            <a:solidFill>
              <a:srgbClr val="081C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77958" cy="6091928"/>
            </a:xfrm>
            <a:prstGeom prst="rect">
              <a:avLst/>
            </a:prstGeom>
          </p:spPr>
          <p:txBody>
            <a:bodyPr lIns="20007" tIns="20007" rIns="20007" bIns="20007" rtlCol="0" anchor="ctr"/>
            <a:lstStyle/>
            <a:p>
              <a:pPr algn="ctr">
                <a:lnSpc>
                  <a:spcPts val="132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7772400" cy="9950400"/>
          </a:xfrm>
          <a:custGeom>
            <a:avLst/>
            <a:gdLst/>
            <a:ahLst/>
            <a:cxnLst/>
            <a:rect l="l" t="t" r="r" b="b"/>
            <a:pathLst>
              <a:path w="7772400" h="9950400">
                <a:moveTo>
                  <a:pt x="0" y="0"/>
                </a:moveTo>
                <a:lnTo>
                  <a:pt x="7772400" y="0"/>
                </a:lnTo>
                <a:lnTo>
                  <a:pt x="7772400" y="9950400"/>
                </a:lnTo>
                <a:lnTo>
                  <a:pt x="0" y="995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5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1769" y="8625251"/>
            <a:ext cx="304484" cy="303017"/>
          </a:xfrm>
          <a:custGeom>
            <a:avLst/>
            <a:gdLst/>
            <a:ahLst/>
            <a:cxnLst/>
            <a:rect l="l" t="t" r="r" b="b"/>
            <a:pathLst>
              <a:path w="304484" h="303017">
                <a:moveTo>
                  <a:pt x="0" y="0"/>
                </a:moveTo>
                <a:lnTo>
                  <a:pt x="304484" y="0"/>
                </a:lnTo>
                <a:lnTo>
                  <a:pt x="304484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86961" y="8625251"/>
            <a:ext cx="315589" cy="315589"/>
          </a:xfrm>
          <a:custGeom>
            <a:avLst/>
            <a:gdLst/>
            <a:ahLst/>
            <a:cxnLst/>
            <a:rect l="l" t="t" r="r" b="b"/>
            <a:pathLst>
              <a:path w="315589" h="315589">
                <a:moveTo>
                  <a:pt x="0" y="0"/>
                </a:moveTo>
                <a:lnTo>
                  <a:pt x="315589" y="0"/>
                </a:lnTo>
                <a:lnTo>
                  <a:pt x="315589" y="315589"/>
                </a:lnTo>
                <a:lnTo>
                  <a:pt x="0" y="31558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14617" y="8625251"/>
            <a:ext cx="303017" cy="303017"/>
          </a:xfrm>
          <a:custGeom>
            <a:avLst/>
            <a:gdLst/>
            <a:ahLst/>
            <a:cxnLst/>
            <a:rect l="l" t="t" r="r" b="b"/>
            <a:pathLst>
              <a:path w="303017" h="303017">
                <a:moveTo>
                  <a:pt x="0" y="0"/>
                </a:moveTo>
                <a:lnTo>
                  <a:pt x="303016" y="0"/>
                </a:lnTo>
                <a:lnTo>
                  <a:pt x="303016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01113" y="2143861"/>
            <a:ext cx="1770174" cy="1740752"/>
          </a:xfrm>
          <a:custGeom>
            <a:avLst/>
            <a:gdLst/>
            <a:ahLst/>
            <a:cxnLst/>
            <a:rect l="l" t="t" r="r" b="b"/>
            <a:pathLst>
              <a:path w="1770174" h="1740752">
                <a:moveTo>
                  <a:pt x="0" y="0"/>
                </a:moveTo>
                <a:lnTo>
                  <a:pt x="1770174" y="0"/>
                </a:lnTo>
                <a:lnTo>
                  <a:pt x="1770174" y="1740752"/>
                </a:lnTo>
                <a:lnTo>
                  <a:pt x="0" y="174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6047" y="4308391"/>
            <a:ext cx="4880306" cy="51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230" b="1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Empieza con Nodus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348" y="7946641"/>
            <a:ext cx="3156557" cy="56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+52 449 718 07 11</a:t>
            </a:r>
          </a:p>
          <a:p>
            <a:pPr marL="0" lvl="0" indent="0" algn="l">
              <a:lnSpc>
                <a:spcPts val="2293"/>
              </a:lnSpc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+52 449 925 7748 Ext. 6000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0585" y="8591669"/>
            <a:ext cx="3572307" cy="2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administracion_santelmo@nodusbc.mx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1166" y="8918007"/>
            <a:ext cx="1601029" cy="230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www.nodus.mx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3361" y="5039835"/>
            <a:ext cx="3625678" cy="64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Instala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operación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,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haz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crecer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equipo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o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profesionaliza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presencia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el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mercado.</a:t>
            </a:r>
          </a:p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endParaRPr lang="en-US" sz="1228" b="1" dirty="0">
              <a:solidFill>
                <a:srgbClr val="FFFFFF"/>
              </a:solidFill>
              <a:latin typeface="Campton Semi-Bold"/>
              <a:ea typeface="Campton Semi-Bold"/>
              <a:cs typeface="Campton Semi-Bold"/>
              <a:sym typeface="Campton Semi-Bold"/>
            </a:endParaRPr>
          </a:p>
        </p:txBody>
      </p:sp>
      <p:sp>
        <p:nvSpPr>
          <p:cNvPr id="15" name="AutoShape 15"/>
          <p:cNvSpPr/>
          <p:nvPr/>
        </p:nvSpPr>
        <p:spPr>
          <a:xfrm flipV="1">
            <a:off x="536403" y="8013957"/>
            <a:ext cx="0" cy="1153765"/>
          </a:xfrm>
          <a:prstGeom prst="line">
            <a:avLst/>
          </a:prstGeom>
          <a:ln w="28575" cap="flat">
            <a:solidFill>
              <a:srgbClr val="51A5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36403" y="7337528"/>
            <a:ext cx="1901996" cy="37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San </a:t>
            </a:r>
            <a:r>
              <a:rPr lang="en-US" sz="2199" dirty="0" err="1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Telmo</a:t>
            </a:r>
            <a:endParaRPr lang="en-US" sz="2199" dirty="0">
              <a:solidFill>
                <a:srgbClr val="FFFFFF"/>
              </a:solidFill>
              <a:latin typeface="Campton Bold" panose="020B0604020202020204" charset="0"/>
              <a:ea typeface="Campton Light"/>
              <a:cs typeface="Campton Light"/>
              <a:sym typeface="Campton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188</Words>
  <Application>Microsoft Office PowerPoint</Application>
  <PresentationFormat>Personalizado</PresentationFormat>
  <Paragraphs>43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Campton Light</vt:lpstr>
      <vt:lpstr>Arial</vt:lpstr>
      <vt:lpstr>Calibri</vt:lpstr>
      <vt:lpstr>Campton Semi-Bold</vt:lpstr>
      <vt:lpstr>Campton Medium</vt:lpstr>
      <vt:lpstr>Campton Bold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Cotizacion_P45</dc:title>
  <dc:creator>Diseno Nodus</dc:creator>
  <cp:lastModifiedBy>Diseno Nodus</cp:lastModifiedBy>
  <cp:revision>15</cp:revision>
  <dcterms:created xsi:type="dcterms:W3CDTF">2006-08-16T00:00:00Z</dcterms:created>
  <dcterms:modified xsi:type="dcterms:W3CDTF">2026-09-23T22:45:51Z</dcterms:modified>
  <dc:identifier>DAG0l_9lReY</dc:identifier>
</cp:coreProperties>
</file>