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CMUPSAP4R5K0OEw673ed+3apN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3DD818-5469-423F-A437-D28AE6A08688}">
  <a:tblStyle styleId="{933DD818-5469-423F-A437-D28AE6A0868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AC704E8-61E5-467A-9D56-3DDCBE09364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754380" y="1272011"/>
            <a:ext cx="8549640" cy="27059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257300" y="4082310"/>
            <a:ext cx="7543800" cy="18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sz="2640"/>
            </a:lvl1pPr>
            <a:lvl2pPr lvl="1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 sz="1980"/>
            </a:lvl3pPr>
            <a:lvl4pPr lvl="3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760"/>
            </a:lvl4pPr>
            <a:lvl5pPr lvl="4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760"/>
            </a:lvl5pPr>
            <a:lvl6pPr lvl="5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760"/>
            </a:lvl6pPr>
            <a:lvl7pPr lvl="6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760"/>
            </a:lvl7pPr>
            <a:lvl8pPr lvl="7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760"/>
            </a:lvl8pPr>
            <a:lvl9pPr lvl="8" algn="ctr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76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686277" y="1937705"/>
            <a:ext cx="8675370" cy="32331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686277" y="5201393"/>
            <a:ext cx="8675370" cy="170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sz="264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980"/>
              <a:buNone/>
              <a:defRPr sz="198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  <a:defRPr sz="176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  <a:defRPr sz="176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  <a:defRPr sz="176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  <a:defRPr sz="176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  <a:defRPr sz="176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  <a:defRPr sz="176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691515" y="2069042"/>
            <a:ext cx="4274820" cy="4931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5092065" y="2069042"/>
            <a:ext cx="4274820" cy="4931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692825" y="413810"/>
            <a:ext cx="8675370" cy="150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692826" y="1905318"/>
            <a:ext cx="4255174" cy="9337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b="1" sz="2640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 b="1" sz="1980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b="1" sz="1760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b="1" sz="1760"/>
            </a:lvl5pPr>
            <a:lvl6pPr indent="-228600" lvl="5" marL="27432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b="1" sz="1760"/>
            </a:lvl6pPr>
            <a:lvl7pPr indent="-228600" lvl="6" marL="3200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b="1" sz="1760"/>
            </a:lvl7pPr>
            <a:lvl8pPr indent="-228600" lvl="7" marL="3657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b="1" sz="1760"/>
            </a:lvl8pPr>
            <a:lvl9pPr indent="-228600" lvl="8" marL="4114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b="1" sz="176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692826" y="2839085"/>
            <a:ext cx="4255174" cy="4175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5092066" y="1905318"/>
            <a:ext cx="4276130" cy="9337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b="1" sz="2640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0"/>
              <a:buNone/>
              <a:defRPr b="1" sz="1980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b="1" sz="1760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b="1" sz="1760"/>
            </a:lvl5pPr>
            <a:lvl6pPr indent="-228600" lvl="5" marL="27432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b="1" sz="1760"/>
            </a:lvl6pPr>
            <a:lvl7pPr indent="-228600" lvl="6" marL="3200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b="1" sz="1760"/>
            </a:lvl7pPr>
            <a:lvl8pPr indent="-228600" lvl="7" marL="3657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b="1" sz="1760"/>
            </a:lvl8pPr>
            <a:lvl9pPr indent="-228600" lvl="8" marL="4114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b="1" sz="176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5092066" y="2839085"/>
            <a:ext cx="4276130" cy="4175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92825" y="518160"/>
            <a:ext cx="3244096" cy="1813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20"/>
              <a:buFont typeface="Calibri"/>
              <a:buNone/>
              <a:defRPr sz="352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276130" y="1119083"/>
            <a:ext cx="5092065" cy="5523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212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520"/>
              <a:buChar char="•"/>
              <a:defRPr sz="3520"/>
            </a:lvl1pPr>
            <a:lvl2pPr indent="-42418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3080"/>
              <a:buChar char="•"/>
              <a:defRPr sz="3080"/>
            </a:lvl2pPr>
            <a:lvl3pPr indent="-39624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640"/>
              <a:buChar char="•"/>
              <a:defRPr sz="2640"/>
            </a:lvl3pPr>
            <a:lvl4pPr indent="-3683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4pPr>
            <a:lvl5pPr indent="-3683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5pPr>
            <a:lvl6pPr indent="-368300" lvl="5" marL="27432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6pPr>
            <a:lvl7pPr indent="-368300" lvl="6" marL="3200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7pPr>
            <a:lvl8pPr indent="-368300" lvl="7" marL="3657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8pPr>
            <a:lvl9pPr indent="-368300" lvl="8" marL="4114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92825" y="2331720"/>
            <a:ext cx="3244096" cy="4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760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540"/>
              <a:buNone/>
              <a:defRPr sz="1540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692825" y="518160"/>
            <a:ext cx="3244096" cy="1813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20"/>
              <a:buFont typeface="Calibri"/>
              <a:buNone/>
              <a:defRPr sz="352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4276130" y="1119083"/>
            <a:ext cx="5092065" cy="5523442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692825" y="2331720"/>
            <a:ext cx="3244096" cy="4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760"/>
            </a:lvl1pPr>
            <a:lvl2pPr indent="-2286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540"/>
              <a:buNone/>
              <a:defRPr sz="1540"/>
            </a:lvl2pPr>
            <a:lvl3pPr indent="-2286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3pPr>
            <a:lvl4pPr indent="-2286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563442" y="197115"/>
            <a:ext cx="4931516" cy="8675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989089" y="2622762"/>
            <a:ext cx="6586750" cy="2168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88539" y="516784"/>
            <a:ext cx="6586750" cy="638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Calibri"/>
              <a:buNone/>
              <a:defRPr b="0" i="0" sz="48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418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080"/>
              <a:buFont typeface="Arial"/>
              <a:buChar char="•"/>
              <a:defRPr b="0" i="0" sz="3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640"/>
              <a:buFont typeface="Arial"/>
              <a:buChar char="•"/>
              <a:defRPr b="0" i="0" sz="2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4330" lvl="3" marL="18288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•"/>
              <a:defRPr b="0" i="0" sz="19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4330" lvl="4" marL="22860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•"/>
              <a:defRPr b="0" i="0" sz="19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4330" lvl="5" marL="27432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•"/>
              <a:defRPr b="0" i="0" sz="19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4330" lvl="6" marL="32004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•"/>
              <a:defRPr b="0" i="0" sz="19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4330" lvl="7" marL="36576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•"/>
              <a:defRPr b="0" i="0" sz="19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4330" lvl="8" marL="4114800" marR="0" rtl="0" algn="l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•"/>
              <a:defRPr b="0" i="0" sz="19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3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Relationship Id="rId4" Type="http://schemas.openxmlformats.org/officeDocument/2006/relationships/image" Target="../media/image17.jpg"/><Relationship Id="rId5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10" Type="http://schemas.openxmlformats.org/officeDocument/2006/relationships/image" Target="../media/image12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8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" y="321"/>
            <a:ext cx="10057568" cy="7771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1569" t="0"/>
          <a:stretch/>
        </p:blipFill>
        <p:spPr>
          <a:xfrm>
            <a:off x="4338828" y="0"/>
            <a:ext cx="5737860" cy="77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"/>
          <p:cNvSpPr/>
          <p:nvPr/>
        </p:nvSpPr>
        <p:spPr>
          <a:xfrm flipH="1">
            <a:off x="8214360" y="7156704"/>
            <a:ext cx="1816100" cy="368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 personas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10100"/>
            <a:ext cx="421640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 rotWithShape="1">
          <a:blip r:embed="rId5">
            <a:alphaModFix/>
          </a:blip>
          <a:srcRect b="12877" l="0" r="0" t="5121"/>
          <a:stretch/>
        </p:blipFill>
        <p:spPr>
          <a:xfrm>
            <a:off x="0" y="0"/>
            <a:ext cx="4216400" cy="46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13726" r="0" t="0"/>
          <a:stretch/>
        </p:blipFill>
        <p:spPr>
          <a:xfrm>
            <a:off x="5029200" y="0"/>
            <a:ext cx="5029200" cy="77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 flipH="1">
            <a:off x="8242300" y="518160"/>
            <a:ext cx="1816100" cy="368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 personas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18431" t="0"/>
          <a:stretch/>
        </p:blipFill>
        <p:spPr>
          <a:xfrm>
            <a:off x="0" y="0"/>
            <a:ext cx="4754880" cy="77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05" name="Google Shape;105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0129520" cy="7827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/>
          <p:nvPr/>
        </p:nvSpPr>
        <p:spPr>
          <a:xfrm>
            <a:off x="0" y="2066898"/>
            <a:ext cx="10058400" cy="44564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7326644" y="710002"/>
            <a:ext cx="2165971" cy="206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2855"/>
              </a:buClr>
              <a:buSzPts val="1000"/>
              <a:buNone/>
            </a:pPr>
            <a:r>
              <a:rPr b="1" lang="es-MX" sz="1000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Fecha: 00-00-00</a:t>
            </a:r>
            <a:endParaRPr/>
          </a:p>
        </p:txBody>
      </p:sp>
      <p:graphicFrame>
        <p:nvGraphicFramePr>
          <p:cNvPr id="112" name="Google Shape;112;p5"/>
          <p:cNvGraphicFramePr/>
          <p:nvPr/>
        </p:nvGraphicFramePr>
        <p:xfrm>
          <a:off x="604496" y="2314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{933DD818-5469-423F-A437-D28AE6A08688}</a:tableStyleId>
              </a:tblPr>
              <a:tblGrid>
                <a:gridCol w="893875"/>
                <a:gridCol w="3176225"/>
                <a:gridCol w="1597500"/>
                <a:gridCol w="1565075"/>
                <a:gridCol w="1616725"/>
              </a:tblGrid>
              <a:tr h="406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Item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Cantidad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Precio unitario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rgbClr val="152855"/>
                    </a:solidFill>
                  </a:tcPr>
                </a:tc>
              </a:tr>
              <a:tr h="64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Paquete de 1 día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$720.00 MXN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$720.00 MXN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</a:tr>
              <a:tr h="47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</a:tr>
              <a:tr h="47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</a:tr>
              <a:tr h="47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</a:tr>
              <a:tr h="47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25" marL="1021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3" name="Google Shape;113;p5"/>
          <p:cNvSpPr txBox="1"/>
          <p:nvPr/>
        </p:nvSpPr>
        <p:spPr>
          <a:xfrm>
            <a:off x="6924678" y="6985454"/>
            <a:ext cx="2567937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00" u="none" cap="none" strike="noStrike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*Cotización válida por 7 días </a:t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43209" y="6985454"/>
            <a:ext cx="2150792" cy="60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50" u="none" cap="none" strike="noStrike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-Mobiliario ergonómico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-Internet de alta velocidad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-Pantallas </a:t>
            </a:r>
            <a:endParaRPr/>
          </a:p>
        </p:txBody>
      </p:sp>
      <p:graphicFrame>
        <p:nvGraphicFramePr>
          <p:cNvPr id="115" name="Google Shape;115;p5"/>
          <p:cNvGraphicFramePr/>
          <p:nvPr/>
        </p:nvGraphicFramePr>
        <p:xfrm>
          <a:off x="6294153" y="53854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{EAC704E8-61E5-467A-9D56-3DDCBE09364D}</a:tableStyleId>
              </a:tblPr>
              <a:tblGrid>
                <a:gridCol w="1531625"/>
                <a:gridCol w="1625575"/>
              </a:tblGrid>
              <a:tr h="28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Subtotal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00" marL="1021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endParaRPr/>
                    </a:p>
                  </a:txBody>
                  <a:tcPr marT="51050" marB="51050" marR="102100" marL="1021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IVA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00" marL="1021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endParaRPr/>
                    </a:p>
                  </a:txBody>
                  <a:tcPr marT="51050" marB="51050" marR="102100" marL="1021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050" marB="51050" marR="102100" marL="1021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endParaRPr/>
                    </a:p>
                  </a:txBody>
                  <a:tcPr marT="51050" marB="51050" marR="102100" marL="1021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496" y="530221"/>
            <a:ext cx="1683971" cy="5657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689586" y="6705993"/>
            <a:ext cx="2150792" cy="203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Incluye: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2840378" y="6985454"/>
            <a:ext cx="2150792" cy="6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-Aire acondicionado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-Staff de recepción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-Café, té y agua.</a:t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604496" y="1321510"/>
            <a:ext cx="8712224" cy="60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A quién corresponda: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Agradeciendo su interés en nuestro centro de negocios, le envío la información solicitada: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727509" y="6909382"/>
            <a:ext cx="2150792" cy="6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>
                <a:solidFill>
                  <a:srgbClr val="152855"/>
                </a:solidFill>
                <a:latin typeface="Arial"/>
                <a:ea typeface="Arial"/>
                <a:cs typeface="Arial"/>
                <a:sym typeface="Arial"/>
              </a:rPr>
              <a:t>-Pintarrón</a:t>
            </a:r>
            <a:endParaRPr sz="1050">
              <a:solidFill>
                <a:srgbClr val="1528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528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26" name="Google Shape;126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10058399" cy="77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32" name="Google Shape;132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0058400" cy="777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5" y="0"/>
            <a:ext cx="10058400" cy="77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/>
        </p:nvSpPr>
        <p:spPr>
          <a:xfrm>
            <a:off x="7453682" y="5496610"/>
            <a:ext cx="20950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Administración p45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453682" y="5930080"/>
            <a:ext cx="16256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4497553371</a:t>
            </a:r>
            <a:endParaRPr/>
          </a:p>
        </p:txBody>
      </p:sp>
      <p:pic>
        <p:nvPicPr>
          <p:cNvPr id="140" name="Google Shape;14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625" y="1462622"/>
            <a:ext cx="3829804" cy="1286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7665" y="5905126"/>
            <a:ext cx="381908" cy="36678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 txBox="1"/>
          <p:nvPr/>
        </p:nvSpPr>
        <p:spPr>
          <a:xfrm>
            <a:off x="349423" y="6169662"/>
            <a:ext cx="40498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s-MX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Instala tu operación, haz crecer tu equipo o profesionaliza tu presencia en el mercado.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349423" y="5603955"/>
            <a:ext cx="45482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400">
                <a:solidFill>
                  <a:srgbClr val="FF925C"/>
                </a:solidFill>
                <a:latin typeface="Arial"/>
                <a:ea typeface="Arial"/>
                <a:cs typeface="Arial"/>
                <a:sym typeface="Arial"/>
              </a:rPr>
              <a:t>Empieza con Nodus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7453682" y="6353687"/>
            <a:ext cx="22552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www.nodus.mx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88189" y="6915696"/>
            <a:ext cx="413844" cy="415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017" y="6916468"/>
            <a:ext cx="413844" cy="413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50481" y="6928424"/>
            <a:ext cx="449283" cy="389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22434" y="6400038"/>
            <a:ext cx="312370" cy="31237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 txBox="1"/>
          <p:nvPr/>
        </p:nvSpPr>
        <p:spPr>
          <a:xfrm>
            <a:off x="349423" y="6983802"/>
            <a:ext cx="2976547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>
                <a:solidFill>
                  <a:srgbClr val="FF925C"/>
                </a:solidFill>
                <a:latin typeface="Arial"/>
                <a:ea typeface="Arial"/>
                <a:cs typeface="Arial"/>
                <a:sym typeface="Arial"/>
              </a:rPr>
              <a:t>Tu espacio, tu operación, tu crecimiento.</a:t>
            </a:r>
            <a:endParaRPr sz="1050">
              <a:solidFill>
                <a:srgbClr val="FF92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8"/>
          <p:cNvCxnSpPr/>
          <p:nvPr/>
        </p:nvCxnSpPr>
        <p:spPr>
          <a:xfrm>
            <a:off x="6533762" y="5556111"/>
            <a:ext cx="0" cy="1762246"/>
          </a:xfrm>
          <a:prstGeom prst="straightConnector1">
            <a:avLst/>
          </a:prstGeom>
          <a:noFill/>
          <a:ln cap="flat" cmpd="sng" w="190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1" name="Google Shape;151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98343" y="5501823"/>
            <a:ext cx="302564" cy="302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2022-11-01T19:40:11Z</dcterms:created>
  <dc:creator>Microsoft Office User</dc:creator>
</cp:coreProperties>
</file>