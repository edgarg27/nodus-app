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007475"/>
  <p:notesSz cx="9144000" cy="6864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77">
          <p15:clr>
            <a:srgbClr val="A4A3A4"/>
          </p15:clr>
        </p15:guide>
        <p15:guide id="2" pos="212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BTZtDT0HFupSH/grELS5dYMuc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905157-0BD2-4B08-B44D-F5D8D716F399}">
  <a:tblStyle styleId="{55905157-0BD2-4B08-B44D-F5D8D716F3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D70C813-D496-41BB-B418-3FD5A6BD58C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77" orient="horz"/>
        <p:guide pos="21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986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986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5180013" y="651986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914400" y="3303588"/>
            <a:ext cx="7315200" cy="2703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3051175" y="858838"/>
            <a:ext cx="3041650" cy="231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444119" y="274067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444119" y="1575881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ctrTitle"/>
          </p:nvPr>
        </p:nvSpPr>
        <p:spPr>
          <a:xfrm>
            <a:off x="666178" y="2124014"/>
            <a:ext cx="7550016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332356" y="3836928"/>
            <a:ext cx="6217660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444119" y="274067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44119" y="1575881"/>
            <a:ext cx="3863832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574422" y="1575881"/>
            <a:ext cx="3863832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44119" y="274067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44119" y="274067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44119" y="1575881"/>
            <a:ext cx="7994134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1" type="ftr"/>
          </p:nvPr>
        </p:nvSpPr>
        <p:spPr>
          <a:xfrm>
            <a:off x="3020007" y="6372040"/>
            <a:ext cx="2842358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0" type="dt"/>
          </p:nvPr>
        </p:nvSpPr>
        <p:spPr>
          <a:xfrm>
            <a:off x="444119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395308" y="6372040"/>
            <a:ext cx="2042945" cy="27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0" y="1802525"/>
            <a:ext cx="9007475" cy="39074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6561138" y="584658"/>
            <a:ext cx="193966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Fecha: 00-00-00</a:t>
            </a:r>
            <a:endParaRPr/>
          </a:p>
        </p:txBody>
      </p:sp>
      <p:graphicFrame>
        <p:nvGraphicFramePr>
          <p:cNvPr id="74" name="Google Shape;74;p6"/>
          <p:cNvGraphicFramePr/>
          <p:nvPr/>
        </p:nvGraphicFramePr>
        <p:xfrm>
          <a:off x="617536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{55905157-0BD2-4B08-B44D-F5D8D716F399}</a:tableStyleId>
              </a:tblPr>
              <a:tblGrid>
                <a:gridCol w="800475"/>
                <a:gridCol w="2844375"/>
                <a:gridCol w="1430600"/>
                <a:gridCol w="1401550"/>
                <a:gridCol w="1447800"/>
              </a:tblGrid>
              <a:tr h="364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Cantidad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Precio unitario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152855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Coworking Co-</a:t>
                      </a:r>
                      <a:r>
                        <a:rPr lang="es-MX" sz="1000">
                          <a:solidFill>
                            <a:srgbClr val="152855"/>
                          </a:solidFill>
                        </a:rPr>
                        <a:t>n</a:t>
                      </a: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ova 3 meses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s-MX" sz="1000">
                          <a:solidFill>
                            <a:srgbClr val="152855"/>
                          </a:solidFill>
                        </a:rPr>
                        <a:t>1,498</a:t>
                      </a: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.00 MXN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s-MX" sz="1000">
                          <a:solidFill>
                            <a:srgbClr val="152855"/>
                          </a:solidFill>
                        </a:rPr>
                        <a:t>4,494</a:t>
                      </a: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.00 MXN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855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6"/>
          <p:cNvSpPr txBox="1"/>
          <p:nvPr/>
        </p:nvSpPr>
        <p:spPr>
          <a:xfrm>
            <a:off x="1006474" y="6481627"/>
            <a:ext cx="754380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*Cotización válida por 7 días 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76003" y="5791200"/>
            <a:ext cx="7974271" cy="538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Notas: Texto ejemplo</a:t>
            </a:r>
            <a:endParaRPr/>
          </a:p>
        </p:txBody>
      </p:sp>
      <p:graphicFrame>
        <p:nvGraphicFramePr>
          <p:cNvPr id="77" name="Google Shape;77;p6"/>
          <p:cNvGraphicFramePr/>
          <p:nvPr/>
        </p:nvGraphicFramePr>
        <p:xfrm>
          <a:off x="5722937" y="4864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{7D70C813-D496-41BB-B418-3FD5A6BD58C0}</a:tableStyleId>
              </a:tblPr>
              <a:tblGrid>
                <a:gridCol w="1371600"/>
                <a:gridCol w="1455725"/>
              </a:tblGrid>
              <a:tr h="25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Subtotal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$4,498.00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IVA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$719.68.00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000" u="none" cap="none" strike="noStrike">
                        <a:solidFill>
                          <a:srgbClr val="1528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>
                          <a:solidFill>
                            <a:srgbClr val="1528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$5,217.68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98" y="423661"/>
            <a:ext cx="1508026" cy="50666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634999" y="1210670"/>
            <a:ext cx="79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1200" u="none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A quién corresponda: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1200" u="none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Agradeciendo su interés en nuestro Centro de Negocios, le envío la información solicitada: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34"/>
            <a:ext cx="9007475" cy="6853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6"/>
            <a:ext cx="9007475" cy="685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2024-11-07T23:53:23Z</dcterms:created>
  <dc:creator>Diseno Nodus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2024-11-07T00:00:00Z</vt:filetime>
  </property>
</Properties>
</file>