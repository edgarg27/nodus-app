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  <p:sldId id="266" r:id="rId3"/>
    <p:sldId id="262" r:id="rId4"/>
    <p:sldId id="268" r:id="rId5"/>
    <p:sldId id="269" r:id="rId6"/>
    <p:sldId id="264" r:id="rId7"/>
    <p:sldId id="270" r:id="rId8"/>
    <p:sldId id="267" r:id="rId9"/>
  </p:sldIdLst>
  <p:sldSz cx="10058400" cy="7772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Estilo medio 4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08"/>
    <p:restoredTop sz="95687"/>
  </p:normalViewPr>
  <p:slideViewPr>
    <p:cSldViewPr snapToGrid="0" snapToObjects="1">
      <p:cViewPr varScale="1">
        <p:scale>
          <a:sx n="75" d="100"/>
          <a:sy n="75" d="100"/>
        </p:scale>
        <p:origin x="145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4380" y="1272011"/>
            <a:ext cx="8549640" cy="2705947"/>
          </a:xfrm>
        </p:spPr>
        <p:txBody>
          <a:bodyPr anchor="b"/>
          <a:lstStyle>
            <a:lvl1pPr algn="ctr">
              <a:defRPr sz="6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1876530"/>
          </a:xfrm>
        </p:spPr>
        <p:txBody>
          <a:bodyPr/>
          <a:lstStyle>
            <a:lvl1pPr marL="0" indent="0" algn="ctr">
              <a:buNone/>
              <a:defRPr sz="2640"/>
            </a:lvl1pPr>
            <a:lvl2pPr marL="502920" indent="0" algn="ctr">
              <a:buNone/>
              <a:defRPr sz="2200"/>
            </a:lvl2pPr>
            <a:lvl3pPr marL="1005840" indent="0" algn="ctr">
              <a:buNone/>
              <a:defRPr sz="1980"/>
            </a:lvl3pPr>
            <a:lvl4pPr marL="1508760" indent="0" algn="ctr">
              <a:buNone/>
              <a:defRPr sz="1760"/>
            </a:lvl4pPr>
            <a:lvl5pPr marL="2011680" indent="0" algn="ctr">
              <a:buNone/>
              <a:defRPr sz="1760"/>
            </a:lvl5pPr>
            <a:lvl6pPr marL="2514600" indent="0" algn="ctr">
              <a:buNone/>
              <a:defRPr sz="1760"/>
            </a:lvl6pPr>
            <a:lvl7pPr marL="3017520" indent="0" algn="ctr">
              <a:buNone/>
              <a:defRPr sz="1760"/>
            </a:lvl7pPr>
            <a:lvl8pPr marL="3520440" indent="0" algn="ctr">
              <a:buNone/>
              <a:defRPr sz="1760"/>
            </a:lvl8pPr>
            <a:lvl9pPr marL="4023360" indent="0" algn="ctr">
              <a:buNone/>
              <a:defRPr sz="176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3F84C-CB81-C64E-8885-73F444EDBA0F}" type="datetimeFigureOut">
              <a:rPr lang="es-MX" smtClean="0"/>
              <a:t>19/03/2026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A91F6-EC3A-D541-B36E-84C686FFDFE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94539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3F84C-CB81-C64E-8885-73F444EDBA0F}" type="datetimeFigureOut">
              <a:rPr lang="es-MX" smtClean="0"/>
              <a:t>19/03/2026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A91F6-EC3A-D541-B36E-84C686FFDFE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0607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6277" y="1937705"/>
            <a:ext cx="8675370" cy="3233102"/>
          </a:xfrm>
        </p:spPr>
        <p:txBody>
          <a:bodyPr anchor="b"/>
          <a:lstStyle>
            <a:lvl1pPr>
              <a:defRPr sz="66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6277" y="5201393"/>
            <a:ext cx="8675370" cy="1700212"/>
          </a:xfrm>
        </p:spPr>
        <p:txBody>
          <a:bodyPr/>
          <a:lstStyle>
            <a:lvl1pPr marL="0" indent="0">
              <a:buNone/>
              <a:defRPr sz="2640">
                <a:solidFill>
                  <a:schemeClr val="tx1"/>
                </a:solidFill>
              </a:defRPr>
            </a:lvl1pPr>
            <a:lvl2pPr marL="50292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2pPr>
            <a:lvl3pPr marL="1005840" indent="0">
              <a:buNone/>
              <a:defRPr sz="1980">
                <a:solidFill>
                  <a:schemeClr val="tx1">
                    <a:tint val="75000"/>
                  </a:schemeClr>
                </a:solidFill>
              </a:defRPr>
            </a:lvl3pPr>
            <a:lvl4pPr marL="15087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4pPr>
            <a:lvl5pPr marL="201168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5pPr>
            <a:lvl6pPr marL="251460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6pPr>
            <a:lvl7pPr marL="301752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7pPr>
            <a:lvl8pPr marL="352044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8pPr>
            <a:lvl9pPr marL="4023360" indent="0">
              <a:buNone/>
              <a:defRPr sz="17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3F84C-CB81-C64E-8885-73F444EDBA0F}" type="datetimeFigureOut">
              <a:rPr lang="es-MX" smtClean="0"/>
              <a:t>19/03/2026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A91F6-EC3A-D541-B36E-84C686FFDFE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0952810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1515" y="2069042"/>
            <a:ext cx="4274820" cy="4931516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92065" y="2069042"/>
            <a:ext cx="4274820" cy="4931516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3F84C-CB81-C64E-8885-73F444EDBA0F}" type="datetimeFigureOut">
              <a:rPr lang="es-MX" smtClean="0"/>
              <a:t>19/03/2026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A91F6-EC3A-D541-B36E-84C686FFDFE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37571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413810"/>
            <a:ext cx="8675370" cy="1502305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2826" y="1905318"/>
            <a:ext cx="4255174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2826" y="2839085"/>
            <a:ext cx="4255174" cy="4175866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92066" y="1905318"/>
            <a:ext cx="4276130" cy="933767"/>
          </a:xfrm>
        </p:spPr>
        <p:txBody>
          <a:bodyPr anchor="b"/>
          <a:lstStyle>
            <a:lvl1pPr marL="0" indent="0">
              <a:buNone/>
              <a:defRPr sz="2640" b="1"/>
            </a:lvl1pPr>
            <a:lvl2pPr marL="502920" indent="0">
              <a:buNone/>
              <a:defRPr sz="2200" b="1"/>
            </a:lvl2pPr>
            <a:lvl3pPr marL="1005840" indent="0">
              <a:buNone/>
              <a:defRPr sz="1980" b="1"/>
            </a:lvl3pPr>
            <a:lvl4pPr marL="1508760" indent="0">
              <a:buNone/>
              <a:defRPr sz="1760" b="1"/>
            </a:lvl4pPr>
            <a:lvl5pPr marL="2011680" indent="0">
              <a:buNone/>
              <a:defRPr sz="1760" b="1"/>
            </a:lvl5pPr>
            <a:lvl6pPr marL="2514600" indent="0">
              <a:buNone/>
              <a:defRPr sz="1760" b="1"/>
            </a:lvl6pPr>
            <a:lvl7pPr marL="3017520" indent="0">
              <a:buNone/>
              <a:defRPr sz="1760" b="1"/>
            </a:lvl7pPr>
            <a:lvl8pPr marL="3520440" indent="0">
              <a:buNone/>
              <a:defRPr sz="1760" b="1"/>
            </a:lvl8pPr>
            <a:lvl9pPr marL="4023360" indent="0">
              <a:buNone/>
              <a:defRPr sz="176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92066" y="2839085"/>
            <a:ext cx="4276130" cy="4175866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3F84C-CB81-C64E-8885-73F444EDBA0F}" type="datetimeFigureOut">
              <a:rPr lang="es-MX" smtClean="0"/>
              <a:t>19/03/2026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A91F6-EC3A-D541-B36E-84C686FFDFE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02629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3F84C-CB81-C64E-8885-73F444EDBA0F}" type="datetimeFigureOut">
              <a:rPr lang="es-MX" smtClean="0"/>
              <a:t>19/03/2026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A91F6-EC3A-D541-B36E-84C686FFDFE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65045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3F84C-CB81-C64E-8885-73F444EDBA0F}" type="datetimeFigureOut">
              <a:rPr lang="es-MX" smtClean="0"/>
              <a:t>19/03/2026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A91F6-EC3A-D541-B36E-84C686FFDFE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172416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6130" y="1119083"/>
            <a:ext cx="5092065" cy="5523442"/>
          </a:xfrm>
        </p:spPr>
        <p:txBody>
          <a:bodyPr/>
          <a:lstStyle>
            <a:lvl1pPr>
              <a:defRPr sz="3520"/>
            </a:lvl1pPr>
            <a:lvl2pPr>
              <a:defRPr sz="3080"/>
            </a:lvl2pPr>
            <a:lvl3pPr>
              <a:defRPr sz="264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3F84C-CB81-C64E-8885-73F444EDBA0F}" type="datetimeFigureOut">
              <a:rPr lang="es-MX" smtClean="0"/>
              <a:t>19/03/2026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A91F6-EC3A-D541-B36E-84C686FFDFE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04615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825" y="518160"/>
            <a:ext cx="3244096" cy="1813560"/>
          </a:xfrm>
        </p:spPr>
        <p:txBody>
          <a:bodyPr anchor="b"/>
          <a:lstStyle>
            <a:lvl1pPr>
              <a:defRPr sz="352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6130" y="1119083"/>
            <a:ext cx="5092065" cy="5523442"/>
          </a:xfrm>
        </p:spPr>
        <p:txBody>
          <a:bodyPr anchor="t"/>
          <a:lstStyle>
            <a:lvl1pPr marL="0" indent="0">
              <a:buNone/>
              <a:defRPr sz="3520"/>
            </a:lvl1pPr>
            <a:lvl2pPr marL="502920" indent="0">
              <a:buNone/>
              <a:defRPr sz="3080"/>
            </a:lvl2pPr>
            <a:lvl3pPr marL="1005840" indent="0">
              <a:buNone/>
              <a:defRPr sz="2640"/>
            </a:lvl3pPr>
            <a:lvl4pPr marL="1508760" indent="0">
              <a:buNone/>
              <a:defRPr sz="2200"/>
            </a:lvl4pPr>
            <a:lvl5pPr marL="2011680" indent="0">
              <a:buNone/>
              <a:defRPr sz="2200"/>
            </a:lvl5pPr>
            <a:lvl6pPr marL="2514600" indent="0">
              <a:buNone/>
              <a:defRPr sz="2200"/>
            </a:lvl6pPr>
            <a:lvl7pPr marL="3017520" indent="0">
              <a:buNone/>
              <a:defRPr sz="2200"/>
            </a:lvl7pPr>
            <a:lvl8pPr marL="3520440" indent="0">
              <a:buNone/>
              <a:defRPr sz="2200"/>
            </a:lvl8pPr>
            <a:lvl9pPr marL="4023360" indent="0">
              <a:buNone/>
              <a:defRPr sz="22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2825" y="2331720"/>
            <a:ext cx="3244096" cy="4319800"/>
          </a:xfrm>
        </p:spPr>
        <p:txBody>
          <a:bodyPr/>
          <a:lstStyle>
            <a:lvl1pPr marL="0" indent="0">
              <a:buNone/>
              <a:defRPr sz="1760"/>
            </a:lvl1pPr>
            <a:lvl2pPr marL="502920" indent="0">
              <a:buNone/>
              <a:defRPr sz="1540"/>
            </a:lvl2pPr>
            <a:lvl3pPr marL="1005840" indent="0">
              <a:buNone/>
              <a:defRPr sz="1320"/>
            </a:lvl3pPr>
            <a:lvl4pPr marL="1508760" indent="0">
              <a:buNone/>
              <a:defRPr sz="1100"/>
            </a:lvl4pPr>
            <a:lvl5pPr marL="2011680" indent="0">
              <a:buNone/>
              <a:defRPr sz="1100"/>
            </a:lvl5pPr>
            <a:lvl6pPr marL="2514600" indent="0">
              <a:buNone/>
              <a:defRPr sz="1100"/>
            </a:lvl6pPr>
            <a:lvl7pPr marL="3017520" indent="0">
              <a:buNone/>
              <a:defRPr sz="1100"/>
            </a:lvl7pPr>
            <a:lvl8pPr marL="3520440" indent="0">
              <a:buNone/>
              <a:defRPr sz="1100"/>
            </a:lvl8pPr>
            <a:lvl9pPr marL="4023360" indent="0">
              <a:buNone/>
              <a:defRPr sz="11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3F84C-CB81-C64E-8885-73F444EDBA0F}" type="datetimeFigureOut">
              <a:rPr lang="es-MX" smtClean="0"/>
              <a:t>19/03/2026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A91F6-EC3A-D541-B36E-84C686FFDFE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92188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3F84C-CB81-C64E-8885-73F444EDBA0F}" type="datetimeFigureOut">
              <a:rPr lang="es-MX" smtClean="0"/>
              <a:t>19/03/2026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A91F6-EC3A-D541-B36E-84C686FFDFE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59316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413808"/>
            <a:ext cx="2168843" cy="6586750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1515" y="413808"/>
            <a:ext cx="6380798" cy="6586750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3F84C-CB81-C64E-8885-73F444EDBA0F}" type="datetimeFigureOut">
              <a:rPr lang="es-MX" smtClean="0"/>
              <a:t>19/03/2026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0A91F6-EC3A-D541-B36E-84C686FFDFE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17037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1515" y="413810"/>
            <a:ext cx="8675370" cy="150230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515" y="2069042"/>
            <a:ext cx="8675370" cy="4931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151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73F84C-CB81-C64E-8885-73F444EDBA0F}" type="datetimeFigureOut">
              <a:rPr lang="es-MX" smtClean="0"/>
              <a:t>19/03/2026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31845" y="7203865"/>
            <a:ext cx="339471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03745" y="7203865"/>
            <a:ext cx="2263140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0A91F6-EC3A-D541-B36E-84C686FFDFE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41188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05840" rtl="0" eaLnBrk="1" latinLnBrk="0" hangingPunct="1">
        <a:lnSpc>
          <a:spcPct val="90000"/>
        </a:lnSpc>
        <a:spcBef>
          <a:spcPct val="0"/>
        </a:spcBef>
        <a:buNone/>
        <a:defRPr sz="484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1460" indent="-251460" algn="l" defTabSz="1005840" rtl="0" eaLnBrk="1" latinLnBrk="0" hangingPunct="1">
        <a:lnSpc>
          <a:spcPct val="90000"/>
        </a:lnSpc>
        <a:spcBef>
          <a:spcPts val="1100"/>
        </a:spcBef>
        <a:buFont typeface="Arial" panose="020B0604020202020204" pitchFamily="34" charset="0"/>
        <a:buChar char="•"/>
        <a:defRPr sz="3080" kern="1200">
          <a:solidFill>
            <a:schemeClr val="tx1"/>
          </a:solidFill>
          <a:latin typeface="+mn-lt"/>
          <a:ea typeface="+mn-ea"/>
          <a:cs typeface="+mn-cs"/>
        </a:defRPr>
      </a:lvl1pPr>
      <a:lvl2pPr marL="7543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2573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602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26314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76606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26898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77190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274820" indent="-251460" algn="l" defTabSz="1005840" rtl="0" eaLnBrk="1" latinLnBrk="0" hangingPunct="1">
        <a:lnSpc>
          <a:spcPct val="90000"/>
        </a:lnSpc>
        <a:spcBef>
          <a:spcPts val="550"/>
        </a:spcBef>
        <a:buFont typeface="Arial" panose="020B0604020202020204" pitchFamily="34" charset="0"/>
        <a:buChar char="•"/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3pPr>
      <a:lvl4pPr marL="15087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4pPr>
      <a:lvl5pPr marL="201168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6pPr>
      <a:lvl7pPr marL="301752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7pPr>
      <a:lvl8pPr marL="352044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8pPr>
      <a:lvl9pPr marL="4023360" algn="l" defTabSz="1005840" rtl="0" eaLnBrk="1" latinLnBrk="0" hangingPunct="1">
        <a:defRPr sz="19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6B304D0-D839-4F32-81A6-7520DF7BE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" y="321"/>
            <a:ext cx="10057568" cy="7771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1454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0503DD4A-0932-4D86-881D-62903AAAFE8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68900" y="1"/>
            <a:ext cx="4889500" cy="3810326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18EF78DB-92A1-4E49-BCA2-7D4E00DD5BC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886200"/>
            <a:ext cx="10058400" cy="3886200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B1F68E77-4939-4219-81BB-3C073B3FC46A}"/>
              </a:ext>
            </a:extLst>
          </p:cNvPr>
          <p:cNvSpPr/>
          <p:nvPr/>
        </p:nvSpPr>
        <p:spPr>
          <a:xfrm flipH="1">
            <a:off x="8242300" y="3365826"/>
            <a:ext cx="1816100" cy="3683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>
                <a:latin typeface="Campton Medium" panose="020B0004020102020203" pitchFamily="34" charset="0"/>
              </a:rPr>
              <a:t>5 personas</a:t>
            </a:r>
            <a:endParaRPr lang="en-US" sz="1400" dirty="0">
              <a:latin typeface="Campton Medium" panose="020B0004020102020203" pitchFamily="34" charset="0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C71C1425-93E6-4627-A63F-4E892EF598B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5029200" cy="3810326"/>
          </a:xfrm>
          <a:prstGeom prst="rect">
            <a:avLst/>
          </a:prstGeom>
        </p:spPr>
      </p:pic>
      <p:sp>
        <p:nvSpPr>
          <p:cNvPr id="15" name="Rectángulo 14">
            <a:extLst>
              <a:ext uri="{FF2B5EF4-FFF2-40B4-BE49-F238E27FC236}">
                <a16:creationId xmlns:a16="http://schemas.microsoft.com/office/drawing/2014/main" id="{D3AA0674-3A84-4451-8344-C25368EE90B4}"/>
              </a:ext>
            </a:extLst>
          </p:cNvPr>
          <p:cNvSpPr/>
          <p:nvPr/>
        </p:nvSpPr>
        <p:spPr>
          <a:xfrm flipH="1">
            <a:off x="0" y="3365826"/>
            <a:ext cx="1816100" cy="3683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>
                <a:latin typeface="Campton Medium" panose="020B0004020102020203" pitchFamily="34" charset="0"/>
              </a:rPr>
              <a:t>10 personas</a:t>
            </a:r>
            <a:endParaRPr lang="en-US" sz="1400" dirty="0">
              <a:latin typeface="Campton Medium" panose="020B0004020102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3040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782C24A5-3312-4120-905B-16F4C7E5874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41900" y="0"/>
            <a:ext cx="5001260" cy="7772400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B1F68E77-4939-4219-81BB-3C073B3FC46A}"/>
              </a:ext>
            </a:extLst>
          </p:cNvPr>
          <p:cNvSpPr/>
          <p:nvPr/>
        </p:nvSpPr>
        <p:spPr>
          <a:xfrm flipH="1">
            <a:off x="8214360" y="7156704"/>
            <a:ext cx="1816100" cy="3683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>
                <a:latin typeface="Campton Medium" panose="020B0004020102020203" pitchFamily="34" charset="0"/>
              </a:rPr>
              <a:t>20 personas</a:t>
            </a:r>
            <a:endParaRPr lang="en-US" sz="1400" dirty="0">
              <a:latin typeface="Campton Medium" panose="020B0004020102020203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57328A6-7556-4878-84A0-FBE5500E131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864100" cy="777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871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7EBAB5-7DCE-F342-B9E8-E44CAEDE1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207D0622-2F92-4DC9-89CC-9A5B4360CD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"/>
            <a:ext cx="10129520" cy="7827357"/>
          </a:xfrm>
        </p:spPr>
      </p:pic>
    </p:spTree>
    <p:extLst>
      <p:ext uri="{BB962C8B-B14F-4D97-AF65-F5344CB8AC3E}">
        <p14:creationId xmlns:p14="http://schemas.microsoft.com/office/powerpoint/2010/main" val="1511672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38F82A7F-622C-44DD-97C8-90834C5AD91D}"/>
              </a:ext>
            </a:extLst>
          </p:cNvPr>
          <p:cNvSpPr/>
          <p:nvPr/>
        </p:nvSpPr>
        <p:spPr>
          <a:xfrm>
            <a:off x="0" y="2066898"/>
            <a:ext cx="10058400" cy="445647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1745E22-15A2-2643-9F9E-071B00BFC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26644" y="710002"/>
            <a:ext cx="2165971" cy="206211"/>
          </a:xfrm>
        </p:spPr>
        <p:txBody>
          <a:bodyPr>
            <a:noAutofit/>
          </a:bodyPr>
          <a:lstStyle/>
          <a:p>
            <a:pPr marL="0" indent="0" algn="r">
              <a:buNone/>
            </a:pPr>
            <a:r>
              <a:rPr lang="es-MX" sz="1000" b="1" dirty="0">
                <a:solidFill>
                  <a:srgbClr val="152855"/>
                </a:solidFill>
                <a:latin typeface="Campton Medium" panose="020B0004020102020203" pitchFamily="34" charset="0"/>
              </a:rPr>
              <a:t>Fecha: 00-00-00</a:t>
            </a:r>
          </a:p>
        </p:txBody>
      </p:sp>
      <p:graphicFrame>
        <p:nvGraphicFramePr>
          <p:cNvPr id="7" name="Google Shape;103;p4">
            <a:extLst>
              <a:ext uri="{FF2B5EF4-FFF2-40B4-BE49-F238E27FC236}">
                <a16:creationId xmlns:a16="http://schemas.microsoft.com/office/drawing/2014/main" id="{FD62BAE6-8B19-4E4D-A4AF-374DE69833EC}"/>
              </a:ext>
            </a:extLst>
          </p:cNvPr>
          <p:cNvGraphicFramePr/>
          <p:nvPr/>
        </p:nvGraphicFramePr>
        <p:xfrm>
          <a:off x="604496" y="2314018"/>
          <a:ext cx="8849409" cy="2950101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893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76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75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50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167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6986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dirty="0" err="1">
                          <a:solidFill>
                            <a:schemeClr val="bg1"/>
                          </a:solidFill>
                          <a:latin typeface="Campton Medium" panose="020B0004020102020203" pitchFamily="34" charset="0"/>
                        </a:rPr>
                        <a:t>Item</a:t>
                      </a:r>
                      <a:endParaRPr sz="1100" dirty="0">
                        <a:solidFill>
                          <a:schemeClr val="bg1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marL="102120" marR="102120" marT="51060" marB="51060" anchor="ctr">
                    <a:solidFill>
                      <a:srgbClr val="1528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dirty="0">
                          <a:solidFill>
                            <a:schemeClr val="bg1"/>
                          </a:solidFill>
                          <a:latin typeface="Campton Medium" panose="020B0004020102020203" pitchFamily="34" charset="0"/>
                        </a:rPr>
                        <a:t>Descripción</a:t>
                      </a:r>
                      <a:endParaRPr sz="1100" dirty="0">
                        <a:solidFill>
                          <a:schemeClr val="bg1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marL="102120" marR="102120" marT="51060" marB="51060" anchor="ctr">
                    <a:solidFill>
                      <a:srgbClr val="1528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dirty="0">
                          <a:solidFill>
                            <a:schemeClr val="bg1"/>
                          </a:solidFill>
                          <a:latin typeface="Campton Medium" panose="020B0004020102020203" pitchFamily="34" charset="0"/>
                        </a:rPr>
                        <a:t>Cantidad</a:t>
                      </a:r>
                      <a:endParaRPr sz="1100" dirty="0">
                        <a:solidFill>
                          <a:schemeClr val="bg1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marL="102120" marR="102120" marT="51060" marB="51060" anchor="ctr">
                    <a:solidFill>
                      <a:srgbClr val="1528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dirty="0">
                          <a:solidFill>
                            <a:schemeClr val="bg1"/>
                          </a:solidFill>
                          <a:latin typeface="Campton Medium" panose="020B0004020102020203" pitchFamily="34" charset="0"/>
                        </a:rPr>
                        <a:t>Precio unitario</a:t>
                      </a:r>
                      <a:endParaRPr sz="1100" dirty="0">
                        <a:solidFill>
                          <a:schemeClr val="bg1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marL="102120" marR="102120" marT="51060" marB="51060" anchor="ctr">
                    <a:solidFill>
                      <a:srgbClr val="1528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dirty="0">
                          <a:solidFill>
                            <a:schemeClr val="bg1"/>
                          </a:solidFill>
                          <a:latin typeface="Campton Medium" panose="020B0004020102020203" pitchFamily="34" charset="0"/>
                        </a:rPr>
                        <a:t>Total</a:t>
                      </a:r>
                      <a:endParaRPr sz="1100" dirty="0">
                        <a:solidFill>
                          <a:schemeClr val="bg1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marL="102120" marR="102120" marT="51060" marB="51060" anchor="ctr">
                    <a:solidFill>
                      <a:srgbClr val="1528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03332"/>
                  </a:ext>
                </a:extLst>
              </a:tr>
              <a:tr h="64241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u="none" strike="noStrike" cap="none">
                          <a:solidFill>
                            <a:srgbClr val="002060"/>
                          </a:solidFill>
                          <a:latin typeface="Campton Medium" panose="020B0004020102020203" pitchFamily="34" charset="0"/>
                          <a:ea typeface="Century Gothic"/>
                          <a:cs typeface="Century Gothic"/>
                          <a:sym typeface="Century Gothic"/>
                        </a:rPr>
                        <a:t>1</a:t>
                      </a:r>
                      <a:endParaRPr sz="1100">
                        <a:latin typeface="Campton Medium" panose="020B0004020102020203" pitchFamily="34" charset="0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u="none" strike="noStrike" cap="none" dirty="0">
                          <a:latin typeface="Campton Medium" panose="020B0004020102020203" pitchFamily="34" charset="0"/>
                          <a:ea typeface="Century Gothic"/>
                          <a:cs typeface="Century Gothic"/>
                          <a:sym typeface="Century Gothic"/>
                        </a:rPr>
                        <a:t>Paquete de 1 día</a:t>
                      </a:r>
                      <a:endParaRPr sz="1100" dirty="0">
                        <a:latin typeface="Campton Medium" panose="020B0004020102020203" pitchFamily="34" charset="0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u="none" strike="noStrike" cap="none" dirty="0">
                          <a:latin typeface="Campton Medium" panose="020B0004020102020203" pitchFamily="34" charset="0"/>
                          <a:ea typeface="Century Gothic"/>
                          <a:cs typeface="Century Gothic"/>
                          <a:sym typeface="Century Gothic"/>
                        </a:rPr>
                        <a:t>1</a:t>
                      </a:r>
                      <a:endParaRPr sz="1100" dirty="0">
                        <a:latin typeface="Campton Medium" panose="020B0004020102020203" pitchFamily="34" charset="0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u="none" strike="noStrike" cap="none" dirty="0">
                          <a:latin typeface="Campton Medium" panose="020B0004020102020203" pitchFamily="34" charset="0"/>
                          <a:ea typeface="Century Gothic"/>
                          <a:cs typeface="Century Gothic"/>
                          <a:sym typeface="Century Gothic"/>
                        </a:rPr>
                        <a:t>$720.00 MXN</a:t>
                      </a:r>
                      <a:endParaRPr sz="1100" dirty="0">
                        <a:latin typeface="Campton Medium" panose="020B0004020102020203" pitchFamily="34" charset="0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1100" u="none" strike="noStrike" cap="none" dirty="0">
                          <a:latin typeface="Campton Medium" panose="020B0004020102020203" pitchFamily="34" charset="0"/>
                          <a:ea typeface="Century Gothic"/>
                          <a:cs typeface="Century Gothic"/>
                          <a:sym typeface="Century Gothic"/>
                        </a:rPr>
                        <a:t>$720.00 MXN</a:t>
                      </a:r>
                      <a:endParaRPr sz="1100" dirty="0">
                        <a:latin typeface="Campton Medium" panose="020B0004020102020203" pitchFamily="34" charset="0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1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u="none" strike="noStrike" cap="none" dirty="0">
                          <a:latin typeface="Campton Medium" panose="020B0004020102020203" pitchFamily="34" charset="0"/>
                          <a:ea typeface="Century Gothic"/>
                          <a:cs typeface="Century Gothic"/>
                          <a:sym typeface="Century Gothic"/>
                        </a:rPr>
                        <a:t>1</a:t>
                      </a:r>
                      <a:endParaRPr sz="1100" u="none" strike="noStrike" cap="none" dirty="0">
                        <a:latin typeface="Campton Medium" panose="020B0004020102020203" pitchFamily="34" charset="0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>
                        <a:latin typeface="Campton Medium" panose="020B0004020102020203" pitchFamily="34" charset="0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>
                        <a:latin typeface="Campton Medium" panose="020B0004020102020203" pitchFamily="34" charset="0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>
                        <a:latin typeface="Campton Medium" panose="020B0004020102020203" pitchFamily="34" charset="0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>
                        <a:latin typeface="Campton Medium" panose="020B0004020102020203" pitchFamily="34" charset="0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1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>
                        <a:latin typeface="Campton Medium" panose="020B0004020102020203" pitchFamily="34" charset="0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>
                        <a:latin typeface="Campton Medium" panose="020B0004020102020203" pitchFamily="34" charset="0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>
                        <a:latin typeface="Campton Medium" panose="020B0004020102020203" pitchFamily="34" charset="0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>
                        <a:latin typeface="Campton Medium" panose="020B0004020102020203" pitchFamily="34" charset="0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>
                        <a:latin typeface="Campton Medium" panose="020B0004020102020203" pitchFamily="34" charset="0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1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>
                        <a:latin typeface="Campton Medium" panose="020B0004020102020203" pitchFamily="34" charset="0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>
                        <a:latin typeface="Campton Medium" panose="020B0004020102020203" pitchFamily="34" charset="0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>
                        <a:latin typeface="Campton Medium" panose="020B0004020102020203" pitchFamily="34" charset="0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>
                        <a:latin typeface="Campton Medium" panose="020B0004020102020203" pitchFamily="34" charset="0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>
                        <a:latin typeface="Campton Medium" panose="020B0004020102020203" pitchFamily="34" charset="0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17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>
                        <a:latin typeface="Campton Medium" panose="020B0004020102020203" pitchFamily="34" charset="0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>
                        <a:latin typeface="Campton Medium" panose="020B0004020102020203" pitchFamily="34" charset="0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>
                        <a:latin typeface="Campton Medium" panose="020B0004020102020203" pitchFamily="34" charset="0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>
                        <a:latin typeface="Campton Medium" panose="020B0004020102020203" pitchFamily="34" charset="0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u="none" strike="noStrike" cap="none" dirty="0">
                        <a:latin typeface="Campton Medium" panose="020B0004020102020203" pitchFamily="34" charset="0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102120" marR="102120" marT="51060" marB="51060" anchor="ctr"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Marcador de texto 2">
            <a:extLst>
              <a:ext uri="{FF2B5EF4-FFF2-40B4-BE49-F238E27FC236}">
                <a16:creationId xmlns:a16="http://schemas.microsoft.com/office/drawing/2014/main" id="{239BC603-251B-FD4D-9A7D-549770E620D1}"/>
              </a:ext>
            </a:extLst>
          </p:cNvPr>
          <p:cNvSpPr txBox="1">
            <a:spLocks/>
          </p:cNvSpPr>
          <p:nvPr/>
        </p:nvSpPr>
        <p:spPr>
          <a:xfrm>
            <a:off x="6924678" y="6985454"/>
            <a:ext cx="2567937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>
                <a:latin typeface="+mn-lt"/>
                <a:ea typeface="+mn-ea"/>
                <a:cs typeface="+mn-cs"/>
              </a:defRPr>
            </a:lvl1pPr>
            <a:lvl2pPr marL="466893">
              <a:defRPr>
                <a:latin typeface="+mn-lt"/>
                <a:ea typeface="+mn-ea"/>
                <a:cs typeface="+mn-cs"/>
              </a:defRPr>
            </a:lvl2pPr>
            <a:lvl3pPr marL="933785">
              <a:defRPr>
                <a:latin typeface="+mn-lt"/>
                <a:ea typeface="+mn-ea"/>
                <a:cs typeface="+mn-cs"/>
              </a:defRPr>
            </a:lvl3pPr>
            <a:lvl4pPr marL="1400678">
              <a:defRPr>
                <a:latin typeface="+mn-lt"/>
                <a:ea typeface="+mn-ea"/>
                <a:cs typeface="+mn-cs"/>
              </a:defRPr>
            </a:lvl4pPr>
            <a:lvl5pPr marL="1867571">
              <a:defRPr>
                <a:latin typeface="+mn-lt"/>
                <a:ea typeface="+mn-ea"/>
                <a:cs typeface="+mn-cs"/>
              </a:defRPr>
            </a:lvl5pPr>
            <a:lvl6pPr marL="2334463">
              <a:defRPr>
                <a:latin typeface="+mn-lt"/>
                <a:ea typeface="+mn-ea"/>
                <a:cs typeface="+mn-cs"/>
              </a:defRPr>
            </a:lvl6pPr>
            <a:lvl7pPr marL="2801356">
              <a:defRPr>
                <a:latin typeface="+mn-lt"/>
                <a:ea typeface="+mn-ea"/>
                <a:cs typeface="+mn-cs"/>
              </a:defRPr>
            </a:lvl7pPr>
            <a:lvl8pPr marL="3268248">
              <a:defRPr>
                <a:latin typeface="+mn-lt"/>
                <a:ea typeface="+mn-ea"/>
                <a:cs typeface="+mn-cs"/>
              </a:defRPr>
            </a:lvl8pPr>
            <a:lvl9pPr marL="3735141">
              <a:defRPr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s-MX" sz="1000" kern="0" dirty="0">
                <a:solidFill>
                  <a:srgbClr val="152855"/>
                </a:solidFill>
                <a:latin typeface="Campton Medium" panose="020B0004020102020203" pitchFamily="34" charset="0"/>
              </a:rPr>
              <a:t>*Cotización válida por 7 días 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6941AA5-E1A6-5A46-94AE-D1BCD83BF88A}"/>
              </a:ext>
            </a:extLst>
          </p:cNvPr>
          <p:cNvSpPr/>
          <p:nvPr/>
        </p:nvSpPr>
        <p:spPr>
          <a:xfrm>
            <a:off x="643209" y="6985454"/>
            <a:ext cx="2150792" cy="60080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050" dirty="0">
                <a:solidFill>
                  <a:srgbClr val="152855"/>
                </a:solidFill>
                <a:latin typeface="Campton Medium" panose="020B0004020102020203" pitchFamily="34" charset="0"/>
              </a:rPr>
              <a:t>-Mobiliario ergonómico</a:t>
            </a:r>
          </a:p>
          <a:p>
            <a:r>
              <a:rPr lang="es-MX" sz="1050" dirty="0">
                <a:solidFill>
                  <a:srgbClr val="152855"/>
                </a:solidFill>
                <a:latin typeface="Campton Medium" panose="020B0004020102020203" pitchFamily="34" charset="0"/>
              </a:rPr>
              <a:t>-Internet de alta velocidad</a:t>
            </a:r>
          </a:p>
          <a:p>
            <a:r>
              <a:rPr lang="es-MX" sz="1050" dirty="0">
                <a:solidFill>
                  <a:srgbClr val="152855"/>
                </a:solidFill>
                <a:latin typeface="Campton Medium" panose="020B0004020102020203" pitchFamily="34" charset="0"/>
              </a:rPr>
              <a:t>-Pantallas </a:t>
            </a:r>
          </a:p>
        </p:txBody>
      </p:sp>
      <p:graphicFrame>
        <p:nvGraphicFramePr>
          <p:cNvPr id="6" name="Tabla 9">
            <a:extLst>
              <a:ext uri="{FF2B5EF4-FFF2-40B4-BE49-F238E27FC236}">
                <a16:creationId xmlns:a16="http://schemas.microsoft.com/office/drawing/2014/main" id="{2D5BD750-0EE0-4BFB-A99D-06FB8327D5CC}"/>
              </a:ext>
            </a:extLst>
          </p:cNvPr>
          <p:cNvGraphicFramePr>
            <a:graphicFrameLocks noGrp="1"/>
          </p:cNvGraphicFramePr>
          <p:nvPr/>
        </p:nvGraphicFramePr>
        <p:xfrm>
          <a:off x="6294153" y="5385451"/>
          <a:ext cx="3157210" cy="8650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1628">
                  <a:extLst>
                    <a:ext uri="{9D8B030D-6E8A-4147-A177-3AD203B41FA5}">
                      <a16:colId xmlns:a16="http://schemas.microsoft.com/office/drawing/2014/main" val="1010511683"/>
                    </a:ext>
                  </a:extLst>
                </a:gridCol>
                <a:gridCol w="1625582">
                  <a:extLst>
                    <a:ext uri="{9D8B030D-6E8A-4147-A177-3AD203B41FA5}">
                      <a16:colId xmlns:a16="http://schemas.microsoft.com/office/drawing/2014/main" val="2228612497"/>
                    </a:ext>
                  </a:extLst>
                </a:gridCol>
              </a:tblGrid>
              <a:tr h="288338">
                <a:tc>
                  <a:txBody>
                    <a:bodyPr/>
                    <a:lstStyle/>
                    <a:p>
                      <a:pPr algn="ctr"/>
                      <a:r>
                        <a:rPr lang="es-MX" sz="1100" dirty="0">
                          <a:solidFill>
                            <a:schemeClr val="tx1"/>
                          </a:solidFill>
                          <a:latin typeface="Campton Medium" panose="020B0004020102020203" pitchFamily="34" charset="0"/>
                        </a:rPr>
                        <a:t>Subtotal</a:t>
                      </a:r>
                      <a:endParaRPr lang="en-US" sz="1100" dirty="0">
                        <a:solidFill>
                          <a:schemeClr val="tx1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marL="102109" marR="102109" marT="51054" marB="510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Campton Medium" panose="020B0004020102020203" pitchFamily="34" charset="0"/>
                        </a:rPr>
                        <a:t>$</a:t>
                      </a:r>
                    </a:p>
                  </a:txBody>
                  <a:tcPr marL="102109" marR="102109" marT="51054" marB="510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2380462"/>
                  </a:ext>
                </a:extLst>
              </a:tr>
              <a:tr h="288338">
                <a:tc>
                  <a:txBody>
                    <a:bodyPr/>
                    <a:lstStyle/>
                    <a:p>
                      <a:pPr algn="ctr"/>
                      <a:r>
                        <a:rPr lang="es-MX" sz="1100" dirty="0">
                          <a:solidFill>
                            <a:schemeClr val="tx1"/>
                          </a:solidFill>
                          <a:latin typeface="Campton Medium" panose="020B0004020102020203" pitchFamily="34" charset="0"/>
                        </a:rPr>
                        <a:t>IVA</a:t>
                      </a:r>
                      <a:endParaRPr lang="en-US" sz="1100" dirty="0">
                        <a:solidFill>
                          <a:schemeClr val="tx1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marL="102109" marR="102109" marT="51054" marB="510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Campton Medium" panose="020B0004020102020203" pitchFamily="34" charset="0"/>
                        </a:rPr>
                        <a:t>$</a:t>
                      </a:r>
                    </a:p>
                  </a:txBody>
                  <a:tcPr marL="102109" marR="102109" marT="51054" marB="510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489387"/>
                  </a:ext>
                </a:extLst>
              </a:tr>
              <a:tr h="288338">
                <a:tc>
                  <a:txBody>
                    <a:bodyPr/>
                    <a:lstStyle/>
                    <a:p>
                      <a:pPr algn="ctr"/>
                      <a:r>
                        <a:rPr lang="es-MX" sz="1100" dirty="0">
                          <a:solidFill>
                            <a:schemeClr val="tx1"/>
                          </a:solidFill>
                          <a:latin typeface="Campton Medium" panose="020B0004020102020203" pitchFamily="34" charset="0"/>
                        </a:rPr>
                        <a:t>Total</a:t>
                      </a:r>
                      <a:endParaRPr lang="en-US" sz="1100" dirty="0">
                        <a:solidFill>
                          <a:schemeClr val="tx1"/>
                        </a:solidFill>
                        <a:latin typeface="Campton Medium" panose="020B0004020102020203" pitchFamily="34" charset="0"/>
                      </a:endParaRPr>
                    </a:p>
                  </a:txBody>
                  <a:tcPr marL="102109" marR="102109" marT="51054" marB="510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tx1"/>
                          </a:solidFill>
                          <a:latin typeface="Campton Medium" panose="020B0004020102020203" pitchFamily="34" charset="0"/>
                        </a:rPr>
                        <a:t>$</a:t>
                      </a:r>
                    </a:p>
                  </a:txBody>
                  <a:tcPr marL="102109" marR="102109" marT="51054" marB="5105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6478583"/>
                  </a:ext>
                </a:extLst>
              </a:tr>
            </a:tbl>
          </a:graphicData>
        </a:graphic>
      </p:graphicFrame>
      <p:pic>
        <p:nvPicPr>
          <p:cNvPr id="13" name="Imagen 12">
            <a:extLst>
              <a:ext uri="{FF2B5EF4-FFF2-40B4-BE49-F238E27FC236}">
                <a16:creationId xmlns:a16="http://schemas.microsoft.com/office/drawing/2014/main" id="{227EE07A-E9F1-4119-9112-BEC0E4F16AE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4496" y="530221"/>
            <a:ext cx="1683971" cy="565774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78AAD572-3FBD-4380-BE7E-BD8951BF6853}"/>
              </a:ext>
            </a:extLst>
          </p:cNvPr>
          <p:cNvSpPr/>
          <p:nvPr/>
        </p:nvSpPr>
        <p:spPr>
          <a:xfrm>
            <a:off x="689586" y="6705993"/>
            <a:ext cx="2150792" cy="203389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100" dirty="0">
                <a:solidFill>
                  <a:srgbClr val="152855"/>
                </a:solidFill>
                <a:latin typeface="Campton Medium" panose="020B0004020102020203" pitchFamily="34" charset="0"/>
              </a:rPr>
              <a:t>Incluye: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BA4CDC4-B9FA-4484-8296-5234DAD7530F}"/>
              </a:ext>
            </a:extLst>
          </p:cNvPr>
          <p:cNvSpPr/>
          <p:nvPr/>
        </p:nvSpPr>
        <p:spPr>
          <a:xfrm>
            <a:off x="2840378" y="6985454"/>
            <a:ext cx="2150792" cy="6008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050" dirty="0">
                <a:solidFill>
                  <a:srgbClr val="152855"/>
                </a:solidFill>
                <a:latin typeface="Campton Medium" panose="020B0004020102020203" pitchFamily="34" charset="0"/>
              </a:rPr>
              <a:t>-Aire acondicionado</a:t>
            </a:r>
          </a:p>
          <a:p>
            <a:r>
              <a:rPr lang="es-MX" sz="1050" dirty="0">
                <a:solidFill>
                  <a:srgbClr val="152855"/>
                </a:solidFill>
                <a:latin typeface="Campton Medium" panose="020B0004020102020203" pitchFamily="34" charset="0"/>
              </a:rPr>
              <a:t>-Staff de recepción</a:t>
            </a:r>
          </a:p>
          <a:p>
            <a:r>
              <a:rPr lang="es-MX" sz="1050" dirty="0">
                <a:solidFill>
                  <a:srgbClr val="152855"/>
                </a:solidFill>
                <a:latin typeface="Campton Medium" panose="020B0004020102020203" pitchFamily="34" charset="0"/>
              </a:rPr>
              <a:t>-Café, té y agua.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18216E1-D67B-4FBD-89A2-BB9884B8AD33}"/>
              </a:ext>
            </a:extLst>
          </p:cNvPr>
          <p:cNvSpPr/>
          <p:nvPr/>
        </p:nvSpPr>
        <p:spPr>
          <a:xfrm>
            <a:off x="604496" y="1321510"/>
            <a:ext cx="8712224" cy="600800"/>
          </a:xfrm>
          <a:prstGeom prst="rect">
            <a:avLst/>
          </a:prstGeom>
          <a:solidFill>
            <a:schemeClr val="bg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es-MX" sz="1100" dirty="0">
                <a:solidFill>
                  <a:srgbClr val="152855"/>
                </a:solidFill>
                <a:latin typeface="Campton Medium" panose="020B0004020102020203" pitchFamily="34" charset="0"/>
              </a:rPr>
              <a:t>A quién corresponda:</a:t>
            </a:r>
          </a:p>
          <a:p>
            <a:pPr>
              <a:lnSpc>
                <a:spcPct val="150000"/>
              </a:lnSpc>
            </a:pPr>
            <a:r>
              <a:rPr lang="es-MX" sz="1100" dirty="0">
                <a:solidFill>
                  <a:srgbClr val="152855"/>
                </a:solidFill>
                <a:latin typeface="Campton Medium" panose="020B0004020102020203" pitchFamily="34" charset="0"/>
              </a:rPr>
              <a:t>Agradeciendo su interés en nuestro centro de negocios, le envío la información solicitada: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91CD30C0-9057-4E5A-80C6-8CE3200B43D0}"/>
              </a:ext>
            </a:extLst>
          </p:cNvPr>
          <p:cNvSpPr/>
          <p:nvPr/>
        </p:nvSpPr>
        <p:spPr>
          <a:xfrm>
            <a:off x="4727509" y="6909382"/>
            <a:ext cx="2150792" cy="600800"/>
          </a:xfrm>
          <a:prstGeom prst="rect">
            <a:avLst/>
          </a:prstGeom>
          <a:noFill/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050" dirty="0">
                <a:solidFill>
                  <a:srgbClr val="152855"/>
                </a:solidFill>
                <a:latin typeface="Campton Medium" panose="020B0004020102020203" pitchFamily="34" charset="0"/>
              </a:rPr>
              <a:t>-</a:t>
            </a:r>
            <a:r>
              <a:rPr lang="es-MX" sz="1050" dirty="0" err="1">
                <a:solidFill>
                  <a:srgbClr val="152855"/>
                </a:solidFill>
                <a:latin typeface="Campton Medium" panose="020B0004020102020203" pitchFamily="34" charset="0"/>
              </a:rPr>
              <a:t>Pintarrón</a:t>
            </a:r>
            <a:endParaRPr lang="es-MX" sz="1050" dirty="0">
              <a:solidFill>
                <a:srgbClr val="152855"/>
              </a:solidFill>
              <a:latin typeface="Campton Medium" panose="020B0004020102020203" pitchFamily="34" charset="0"/>
            </a:endParaRPr>
          </a:p>
          <a:p>
            <a:endParaRPr lang="es-MX" sz="1050" dirty="0">
              <a:solidFill>
                <a:srgbClr val="152855"/>
              </a:solidFill>
              <a:latin typeface="Campton Medium" panose="020B0004020102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28193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8D7C5C-480C-9748-9B64-FDA592918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4132AC56-6110-4747-A244-A0CB611A11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0"/>
            <a:ext cx="10058399" cy="7772400"/>
          </a:xfrm>
        </p:spPr>
      </p:pic>
    </p:spTree>
    <p:extLst>
      <p:ext uri="{BB962C8B-B14F-4D97-AF65-F5344CB8AC3E}">
        <p14:creationId xmlns:p14="http://schemas.microsoft.com/office/powerpoint/2010/main" val="2345771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A7CB0B-CED8-8243-8D1C-798F4B5C7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MX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C71F9FF0-934F-41EA-B6CB-F74F01D341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"/>
            <a:ext cx="10058400" cy="7772401"/>
          </a:xfrm>
        </p:spPr>
      </p:pic>
    </p:spTree>
    <p:extLst>
      <p:ext uri="{BB962C8B-B14F-4D97-AF65-F5344CB8AC3E}">
        <p14:creationId xmlns:p14="http://schemas.microsoft.com/office/powerpoint/2010/main" val="16882449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n 21">
            <a:extLst>
              <a:ext uri="{FF2B5EF4-FFF2-40B4-BE49-F238E27FC236}">
                <a16:creationId xmlns:a16="http://schemas.microsoft.com/office/drawing/2014/main" id="{CA5A99FA-5E14-4CE8-8A82-CB2A636905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45" y="0"/>
            <a:ext cx="10058400" cy="777240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5DF74317-A7A9-4EA3-85CA-F46BEB49C1D3}"/>
              </a:ext>
            </a:extLst>
          </p:cNvPr>
          <p:cNvSpPr txBox="1"/>
          <p:nvPr/>
        </p:nvSpPr>
        <p:spPr>
          <a:xfrm>
            <a:off x="7453682" y="5496610"/>
            <a:ext cx="20950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400" dirty="0">
                <a:solidFill>
                  <a:schemeClr val="bg1"/>
                </a:solidFill>
                <a:latin typeface="Campton Medium" panose="020B0004020102020203" pitchFamily="34" charset="0"/>
              </a:rPr>
              <a:t>Administración  ST</a:t>
            </a:r>
            <a:endParaRPr lang="en-US" sz="1400" dirty="0">
              <a:solidFill>
                <a:schemeClr val="bg1"/>
              </a:solidFill>
              <a:latin typeface="Campton Medium" panose="020B0004020102020203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CB077E5-F7FB-4767-B9CD-AA5E084456D3}"/>
              </a:ext>
            </a:extLst>
          </p:cNvPr>
          <p:cNvSpPr txBox="1"/>
          <p:nvPr/>
        </p:nvSpPr>
        <p:spPr>
          <a:xfrm>
            <a:off x="7453682" y="5930080"/>
            <a:ext cx="1625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Campton Medium" panose="020B0004020102020203" pitchFamily="34" charset="0"/>
              </a:rPr>
              <a:t>449 718 0711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3360856-61CD-45D6-81E3-BC15BA9214F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8625" y="1462622"/>
            <a:ext cx="3829804" cy="1286723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3E622431-E6F1-4BCC-B93E-DA6336999D3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87665" y="5905126"/>
            <a:ext cx="381908" cy="366783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076DEEA4-3E50-49B0-961E-98E19AB8E018}"/>
              </a:ext>
            </a:extLst>
          </p:cNvPr>
          <p:cNvSpPr txBox="1"/>
          <p:nvPr/>
        </p:nvSpPr>
        <p:spPr>
          <a:xfrm>
            <a:off x="349423" y="6169662"/>
            <a:ext cx="404982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s-ES" sz="1400" i="0" dirty="0">
                <a:solidFill>
                  <a:srgbClr val="FFFFFF"/>
                </a:solidFill>
                <a:effectLst/>
                <a:latin typeface="Campton Medium" panose="020B0004020102020203" pitchFamily="34" charset="0"/>
              </a:rPr>
              <a:t>Instala tu operación, haz crecer tu equipo o profesionaliza tu presencia en el mercado.</a:t>
            </a:r>
            <a:endParaRPr lang="es-ES" sz="1400" dirty="0">
              <a:effectLst/>
              <a:latin typeface="Campton Medium" panose="020B0004020102020203" pitchFamily="34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AF90CCE-4099-4DF7-ADB6-4352E7F052F5}"/>
              </a:ext>
            </a:extLst>
          </p:cNvPr>
          <p:cNvSpPr txBox="1"/>
          <p:nvPr/>
        </p:nvSpPr>
        <p:spPr>
          <a:xfrm>
            <a:off x="349423" y="5603955"/>
            <a:ext cx="45482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s-ES" sz="2400" b="1" i="0" dirty="0">
                <a:solidFill>
                  <a:srgbClr val="FF925C"/>
                </a:solidFill>
                <a:effectLst/>
                <a:latin typeface="Campton Medium" panose="020B0004020102020203" pitchFamily="34" charset="0"/>
              </a:rPr>
              <a:t>Empieza con Nodus</a:t>
            </a:r>
            <a:endParaRPr lang="es-ES" sz="2400" dirty="0">
              <a:effectLst/>
              <a:latin typeface="Campton Medium" panose="020B0004020102020203" pitchFamily="34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AAD5F51B-0BEF-4FB9-B7E6-49F66A7FF0E3}"/>
              </a:ext>
            </a:extLst>
          </p:cNvPr>
          <p:cNvSpPr txBox="1"/>
          <p:nvPr/>
        </p:nvSpPr>
        <p:spPr>
          <a:xfrm>
            <a:off x="7453682" y="6353687"/>
            <a:ext cx="225529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600" dirty="0">
                <a:solidFill>
                  <a:schemeClr val="bg1"/>
                </a:solidFill>
                <a:latin typeface="Campton Medium" panose="020B0004020102020203" pitchFamily="34" charset="0"/>
              </a:rPr>
              <a:t>www.nodus.mx</a:t>
            </a:r>
            <a:endParaRPr lang="en-US" sz="1600" dirty="0">
              <a:solidFill>
                <a:schemeClr val="bg1"/>
              </a:solidFill>
              <a:latin typeface="Campton Medium" panose="020B0004020102020203" pitchFamily="34" charset="0"/>
            </a:endParaRP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E3A98DFB-28E8-49CF-9026-6F2D4666AE3D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88189" y="6915696"/>
            <a:ext cx="413844" cy="415388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A5318ACD-9CFA-456E-A687-09ECE64E7566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92017" y="6916468"/>
            <a:ext cx="413844" cy="413844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8F298402-FB6B-41DA-A30E-5B8DA3028F1A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50481" y="6928424"/>
            <a:ext cx="449283" cy="389933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CCA3BD19-1C63-46F8-A675-6F08146A5E11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22434" y="6400038"/>
            <a:ext cx="312370" cy="312370"/>
          </a:xfrm>
          <a:prstGeom prst="rect">
            <a:avLst/>
          </a:prstGeom>
        </p:spPr>
      </p:pic>
      <p:sp>
        <p:nvSpPr>
          <p:cNvPr id="32" name="CuadroTexto 31">
            <a:extLst>
              <a:ext uri="{FF2B5EF4-FFF2-40B4-BE49-F238E27FC236}">
                <a16:creationId xmlns:a16="http://schemas.microsoft.com/office/drawing/2014/main" id="{F4003F61-A097-4C96-B62F-76168D0048F0}"/>
              </a:ext>
            </a:extLst>
          </p:cNvPr>
          <p:cNvSpPr txBox="1"/>
          <p:nvPr/>
        </p:nvSpPr>
        <p:spPr>
          <a:xfrm>
            <a:off x="349423" y="6983802"/>
            <a:ext cx="297654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050" dirty="0">
                <a:solidFill>
                  <a:srgbClr val="FF925C"/>
                </a:solidFill>
                <a:latin typeface="Campton Medium" panose="020B0004020102020203" pitchFamily="34" charset="0"/>
              </a:rPr>
              <a:t>Tu espacio, tu operación, tu crecimiento.</a:t>
            </a:r>
            <a:endParaRPr lang="en-US" sz="1050" dirty="0">
              <a:solidFill>
                <a:srgbClr val="FF925C"/>
              </a:solidFill>
              <a:latin typeface="Campton Medium" panose="020B0004020102020203" pitchFamily="34" charset="0"/>
            </a:endParaRPr>
          </a:p>
        </p:txBody>
      </p:sp>
      <p:cxnSp>
        <p:nvCxnSpPr>
          <p:cNvPr id="37" name="Conector recto 36">
            <a:extLst>
              <a:ext uri="{FF2B5EF4-FFF2-40B4-BE49-F238E27FC236}">
                <a16:creationId xmlns:a16="http://schemas.microsoft.com/office/drawing/2014/main" id="{AF7906B7-A714-497C-9577-A5B55F2C93D9}"/>
              </a:ext>
            </a:extLst>
          </p:cNvPr>
          <p:cNvCxnSpPr>
            <a:cxnSpLocks/>
          </p:cNvCxnSpPr>
          <p:nvPr/>
        </p:nvCxnSpPr>
        <p:spPr>
          <a:xfrm>
            <a:off x="6533762" y="5556111"/>
            <a:ext cx="0" cy="1762246"/>
          </a:xfrm>
          <a:prstGeom prst="line">
            <a:avLst/>
          </a:prstGeom>
          <a:ln w="190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1" name="Imagen 40">
            <a:extLst>
              <a:ext uri="{FF2B5EF4-FFF2-40B4-BE49-F238E27FC236}">
                <a16:creationId xmlns:a16="http://schemas.microsoft.com/office/drawing/2014/main" id="{F950C062-7934-4BBF-91E1-45B1743A3EF7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98343" y="5501823"/>
            <a:ext cx="302564" cy="302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75553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385</TotalTime>
  <Words>125</Words>
  <Application>Microsoft Office PowerPoint</Application>
  <PresentationFormat>Personalizado</PresentationFormat>
  <Paragraphs>38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Campton Medium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Microsoft Office User</dc:creator>
  <cp:lastModifiedBy>Diseno Nodus</cp:lastModifiedBy>
  <cp:revision>34</cp:revision>
  <cp:lastPrinted>2022-11-10T18:52:56Z</cp:lastPrinted>
  <dcterms:created xsi:type="dcterms:W3CDTF">2022-11-01T19:40:11Z</dcterms:created>
  <dcterms:modified xsi:type="dcterms:W3CDTF">2026-03-19T18:54:20Z</dcterms:modified>
</cp:coreProperties>
</file>